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B2B84E-DE20-4508-9002-BC40AA5D7960}" v="208" dt="2026-09-07T16:05:02.574"/>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4" d="100"/>
          <a:sy n="74" d="100"/>
        </p:scale>
        <p:origin x="296"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nshi Agarwal" userId="fbc790784cff5139" providerId="LiveId" clId="{7859F273-1FCB-4476-B9A5-84394077A6E5}"/>
    <pc:docChg chg="undo custSel modSld">
      <pc:chgData name="Deepanshi Agarwal" userId="fbc790784cff5139" providerId="LiveId" clId="{7859F273-1FCB-4476-B9A5-84394077A6E5}" dt="2026-09-07T16:05:06.783" v="381" actId="1076"/>
      <pc:docMkLst>
        <pc:docMk/>
      </pc:docMkLst>
      <pc:sldChg chg="modSp mod modAnim">
        <pc:chgData name="Deepanshi Agarwal" userId="fbc790784cff5139" providerId="LiveId" clId="{7859F273-1FCB-4476-B9A5-84394077A6E5}" dt="2026-09-07T09:34:38.862" v="181" actId="255"/>
        <pc:sldMkLst>
          <pc:docMk/>
          <pc:sldMk cId="1341901065" sldId="302"/>
        </pc:sldMkLst>
        <pc:spChg chg="mod">
          <ac:chgData name="Deepanshi Agarwal" userId="fbc790784cff5139" providerId="LiveId" clId="{7859F273-1FCB-4476-B9A5-84394077A6E5}" dt="2026-09-07T09:34:30.867" v="180" actId="1076"/>
          <ac:spMkLst>
            <pc:docMk/>
            <pc:sldMk cId="1341901065" sldId="302"/>
            <ac:spMk id="7" creationId="{B21C28F5-3CA3-4B78-B5C9-550C00BB3174}"/>
          </ac:spMkLst>
        </pc:spChg>
        <pc:spChg chg="mod">
          <ac:chgData name="Deepanshi Agarwal" userId="fbc790784cff5139" providerId="LiveId" clId="{7859F273-1FCB-4476-B9A5-84394077A6E5}" dt="2026-09-07T09:34:38.862" v="181" actId="255"/>
          <ac:spMkLst>
            <pc:docMk/>
            <pc:sldMk cId="1341901065" sldId="302"/>
            <ac:spMk id="9" creationId="{FEF304F5-32C5-4869-B185-859B567855A8}"/>
          </ac:spMkLst>
        </pc:spChg>
      </pc:sldChg>
      <pc:sldChg chg="addSp delSp modSp mod">
        <pc:chgData name="Deepanshi Agarwal" userId="fbc790784cff5139" providerId="LiveId" clId="{7859F273-1FCB-4476-B9A5-84394077A6E5}" dt="2026-09-07T09:58:25.554" v="377"/>
        <pc:sldMkLst>
          <pc:docMk/>
          <pc:sldMk cId="3401748718" sldId="304"/>
        </pc:sldMkLst>
        <pc:spChg chg="add del mod">
          <ac:chgData name="Deepanshi Agarwal" userId="fbc790784cff5139" providerId="LiveId" clId="{7859F273-1FCB-4476-B9A5-84394077A6E5}" dt="2026-09-07T09:58:25.554" v="377"/>
          <ac:spMkLst>
            <pc:docMk/>
            <pc:sldMk cId="3401748718" sldId="304"/>
            <ac:spMk id="2" creationId="{1192E106-2C2E-BD67-C3FF-B76C68CA9850}"/>
          </ac:spMkLst>
        </pc:spChg>
        <pc:spChg chg="mod">
          <ac:chgData name="Deepanshi Agarwal" userId="fbc790784cff5139" providerId="LiveId" clId="{7859F273-1FCB-4476-B9A5-84394077A6E5}" dt="2026-09-07T09:58:23.248" v="375" actId="1076"/>
          <ac:spMkLst>
            <pc:docMk/>
            <pc:sldMk cId="3401748718" sldId="304"/>
            <ac:spMk id="3" creationId="{D88C20CF-C1EE-4092-B52D-FD4AB2AB2508}"/>
          </ac:spMkLst>
        </pc:spChg>
        <pc:spChg chg="mod">
          <ac:chgData name="Deepanshi Agarwal" userId="fbc790784cff5139" providerId="LiveId" clId="{7859F273-1FCB-4476-B9A5-84394077A6E5}" dt="2026-09-07T09:58:06.494" v="372" actId="1076"/>
          <ac:spMkLst>
            <pc:docMk/>
            <pc:sldMk cId="3401748718" sldId="304"/>
            <ac:spMk id="12" creationId="{BC277FD7-925B-4C3D-A364-118403201507}"/>
          </ac:spMkLst>
        </pc:spChg>
      </pc:sldChg>
      <pc:sldChg chg="modSp mod">
        <pc:chgData name="Deepanshi Agarwal" userId="fbc790784cff5139" providerId="LiveId" clId="{7859F273-1FCB-4476-B9A5-84394077A6E5}" dt="2026-09-07T09:28:49.384" v="130" actId="20577"/>
        <pc:sldMkLst>
          <pc:docMk/>
          <pc:sldMk cId="3696770303" sldId="315"/>
        </pc:sldMkLst>
        <pc:spChg chg="mod">
          <ac:chgData name="Deepanshi Agarwal" userId="fbc790784cff5139" providerId="LiveId" clId="{7859F273-1FCB-4476-B9A5-84394077A6E5}" dt="2026-09-07T09:28:49.384" v="130" actId="20577"/>
          <ac:spMkLst>
            <pc:docMk/>
            <pc:sldMk cId="3696770303" sldId="315"/>
            <ac:spMk id="3" creationId="{EBF2FBC7-3552-4F01-BB27-8BEEE74F7277}"/>
          </ac:spMkLst>
        </pc:spChg>
      </pc:sldChg>
      <pc:sldChg chg="modSp mod">
        <pc:chgData name="Deepanshi Agarwal" userId="fbc790784cff5139" providerId="LiveId" clId="{7859F273-1FCB-4476-B9A5-84394077A6E5}" dt="2026-09-07T09:29:08.403" v="131" actId="1076"/>
        <pc:sldMkLst>
          <pc:docMk/>
          <pc:sldMk cId="3098548442" sldId="327"/>
        </pc:sldMkLst>
        <pc:spChg chg="mod">
          <ac:chgData name="Deepanshi Agarwal" userId="fbc790784cff5139" providerId="LiveId" clId="{7859F273-1FCB-4476-B9A5-84394077A6E5}" dt="2026-09-07T09:29:08.403" v="131" actId="1076"/>
          <ac:spMkLst>
            <pc:docMk/>
            <pc:sldMk cId="3098548442" sldId="327"/>
            <ac:spMk id="2" creationId="{E46E4DD1-270B-4C80-AFF0-EB26F132AF36}"/>
          </ac:spMkLst>
        </pc:spChg>
      </pc:sldChg>
      <pc:sldChg chg="modSp mod modAnim">
        <pc:chgData name="Deepanshi Agarwal" userId="fbc790784cff5139" providerId="LiveId" clId="{7859F273-1FCB-4476-B9A5-84394077A6E5}" dt="2026-09-07T09:30:58.157" v="148" actId="5793"/>
        <pc:sldMkLst>
          <pc:docMk/>
          <pc:sldMk cId="48075006" sldId="329"/>
        </pc:sldMkLst>
        <pc:spChg chg="mod">
          <ac:chgData name="Deepanshi Agarwal" userId="fbc790784cff5139" providerId="LiveId" clId="{7859F273-1FCB-4476-B9A5-84394077A6E5}" dt="2026-09-07T09:30:58.157" v="148" actId="5793"/>
          <ac:spMkLst>
            <pc:docMk/>
            <pc:sldMk cId="48075006" sldId="329"/>
            <ac:spMk id="2" creationId="{664E3B60-2780-459A-8583-F095D5E7463A}"/>
          </ac:spMkLst>
        </pc:spChg>
      </pc:sldChg>
      <pc:sldChg chg="modSp mod">
        <pc:chgData name="Deepanshi Agarwal" userId="fbc790784cff5139" providerId="LiveId" clId="{7859F273-1FCB-4476-B9A5-84394077A6E5}" dt="2026-09-07T09:29:43.753" v="135" actId="1076"/>
        <pc:sldMkLst>
          <pc:docMk/>
          <pc:sldMk cId="1604013440" sldId="338"/>
        </pc:sldMkLst>
        <pc:spChg chg="mod">
          <ac:chgData name="Deepanshi Agarwal" userId="fbc790784cff5139" providerId="LiveId" clId="{7859F273-1FCB-4476-B9A5-84394077A6E5}" dt="2026-09-07T09:29:43.753" v="135" actId="1076"/>
          <ac:spMkLst>
            <pc:docMk/>
            <pc:sldMk cId="1604013440" sldId="338"/>
            <ac:spMk id="2" creationId="{7201737A-B873-4D1D-8A41-5ABF5184BC8F}"/>
          </ac:spMkLst>
        </pc:spChg>
        <pc:spChg chg="mod">
          <ac:chgData name="Deepanshi Agarwal" userId="fbc790784cff5139" providerId="LiveId" clId="{7859F273-1FCB-4476-B9A5-84394077A6E5}" dt="2026-09-05T14:48:57.011" v="82" actId="20577"/>
          <ac:spMkLst>
            <pc:docMk/>
            <pc:sldMk cId="1604013440" sldId="338"/>
            <ac:spMk id="3" creationId="{17F04107-8754-E47D-3375-529E689711FA}"/>
          </ac:spMkLst>
        </pc:spChg>
        <pc:spChg chg="mod">
          <ac:chgData name="Deepanshi Agarwal" userId="fbc790784cff5139" providerId="LiveId" clId="{7859F273-1FCB-4476-B9A5-84394077A6E5}" dt="2026-09-07T09:29:37.761" v="134" actId="1076"/>
          <ac:spMkLst>
            <pc:docMk/>
            <pc:sldMk cId="1604013440" sldId="338"/>
            <ac:spMk id="4" creationId="{92056599-CDAA-4367-BEF8-31D6E32518C8}"/>
          </ac:spMkLst>
        </pc:spChg>
      </pc:sldChg>
      <pc:sldChg chg="addSp modSp mod">
        <pc:chgData name="Deepanshi Agarwal" userId="fbc790784cff5139" providerId="LiveId" clId="{7859F273-1FCB-4476-B9A5-84394077A6E5}" dt="2026-09-07T09:43:51.909" v="218" actId="14100"/>
        <pc:sldMkLst>
          <pc:docMk/>
          <pc:sldMk cId="1086225493" sldId="339"/>
        </pc:sldMkLst>
        <pc:spChg chg="add mod">
          <ac:chgData name="Deepanshi Agarwal" userId="fbc790784cff5139" providerId="LiveId" clId="{7859F273-1FCB-4476-B9A5-84394077A6E5}" dt="2026-09-07T09:43:48.658" v="217" actId="1076"/>
          <ac:spMkLst>
            <pc:docMk/>
            <pc:sldMk cId="1086225493" sldId="339"/>
            <ac:spMk id="2" creationId="{F4A4C5D6-97FC-0900-6FF5-C76136210630}"/>
          </ac:spMkLst>
        </pc:spChg>
        <pc:spChg chg="mod">
          <ac:chgData name="Deepanshi Agarwal" userId="fbc790784cff5139" providerId="LiveId" clId="{7859F273-1FCB-4476-B9A5-84394077A6E5}" dt="2026-09-07T09:43:44.565" v="216" actId="1076"/>
          <ac:spMkLst>
            <pc:docMk/>
            <pc:sldMk cId="1086225493" sldId="339"/>
            <ac:spMk id="4" creationId="{AFE3A2AF-177E-45E6-A191-0F8523DB7FFA}"/>
          </ac:spMkLst>
        </pc:spChg>
        <pc:picChg chg="add mod">
          <ac:chgData name="Deepanshi Agarwal" userId="fbc790784cff5139" providerId="LiveId" clId="{7859F273-1FCB-4476-B9A5-84394077A6E5}" dt="2026-09-07T09:43:51.909" v="218" actId="14100"/>
          <ac:picMkLst>
            <pc:docMk/>
            <pc:sldMk cId="1086225493" sldId="339"/>
            <ac:picMk id="6" creationId="{E360B4E5-597A-1C80-E49E-CA2FD1E7E2C2}"/>
          </ac:picMkLst>
        </pc:picChg>
      </pc:sldChg>
      <pc:sldChg chg="addSp modSp mod">
        <pc:chgData name="Deepanshi Agarwal" userId="fbc790784cff5139" providerId="LiveId" clId="{7859F273-1FCB-4476-B9A5-84394077A6E5}" dt="2026-09-07T09:50:41.976" v="240" actId="1076"/>
        <pc:sldMkLst>
          <pc:docMk/>
          <pc:sldMk cId="3849627828" sldId="340"/>
        </pc:sldMkLst>
        <pc:spChg chg="mod">
          <ac:chgData name="Deepanshi Agarwal" userId="fbc790784cff5139" providerId="LiveId" clId="{7859F273-1FCB-4476-B9A5-84394077A6E5}" dt="2026-09-07T09:44:47.066" v="238" actId="20577"/>
          <ac:spMkLst>
            <pc:docMk/>
            <pc:sldMk cId="3849627828" sldId="340"/>
            <ac:spMk id="10" creationId="{3A64DB11-806F-1A4C-E0D5-D745D29CED50}"/>
          </ac:spMkLst>
        </pc:spChg>
        <pc:picChg chg="add mod">
          <ac:chgData name="Deepanshi Agarwal" userId="fbc790784cff5139" providerId="LiveId" clId="{7859F273-1FCB-4476-B9A5-84394077A6E5}" dt="2026-09-07T09:50:41.976" v="240" actId="1076"/>
          <ac:picMkLst>
            <pc:docMk/>
            <pc:sldMk cId="3849627828" sldId="340"/>
            <ac:picMk id="3" creationId="{21979436-53F4-A3EA-2BD8-9959CCC02C35}"/>
          </ac:picMkLst>
        </pc:picChg>
      </pc:sldChg>
      <pc:sldChg chg="addSp modSp mod">
        <pc:chgData name="Deepanshi Agarwal" userId="fbc790784cff5139" providerId="LiveId" clId="{7859F273-1FCB-4476-B9A5-84394077A6E5}" dt="2026-09-07T09:40:16.459" v="204" actId="1076"/>
        <pc:sldMkLst>
          <pc:docMk/>
          <pc:sldMk cId="776828144" sldId="341"/>
        </pc:sldMkLst>
        <pc:spChg chg="add mod">
          <ac:chgData name="Deepanshi Agarwal" userId="fbc790784cff5139" providerId="LiveId" clId="{7859F273-1FCB-4476-B9A5-84394077A6E5}" dt="2026-09-07T09:40:16.459" v="204" actId="1076"/>
          <ac:spMkLst>
            <pc:docMk/>
            <pc:sldMk cId="776828144" sldId="341"/>
            <ac:spMk id="2" creationId="{574C2D7D-F0F4-12EA-6011-C75ECC464407}"/>
          </ac:spMkLst>
        </pc:spChg>
      </pc:sldChg>
      <pc:sldChg chg="addSp delSp modSp mod">
        <pc:chgData name="Deepanshi Agarwal" userId="fbc790784cff5139" providerId="LiveId" clId="{7859F273-1FCB-4476-B9A5-84394077A6E5}" dt="2026-09-07T16:05:06.783" v="381" actId="1076"/>
        <pc:sldMkLst>
          <pc:docMk/>
          <pc:sldMk cId="3863610428" sldId="342"/>
        </pc:sldMkLst>
        <pc:spChg chg="add mod">
          <ac:chgData name="Deepanshi Agarwal" userId="fbc790784cff5139" providerId="LiveId" clId="{7859F273-1FCB-4476-B9A5-84394077A6E5}" dt="2026-09-07T16:05:06.783" v="381" actId="1076"/>
          <ac:spMkLst>
            <pc:docMk/>
            <pc:sldMk cId="3863610428" sldId="342"/>
            <ac:spMk id="2" creationId="{2E033CE4-6044-225A-EFD3-93853F483F39}"/>
          </ac:spMkLst>
        </pc:spChg>
        <pc:spChg chg="del mod">
          <ac:chgData name="Deepanshi Agarwal" userId="fbc790784cff5139" providerId="LiveId" clId="{7859F273-1FCB-4476-B9A5-84394077A6E5}" dt="2026-09-07T09:40:24.635" v="207"/>
          <ac:spMkLst>
            <pc:docMk/>
            <pc:sldMk cId="3863610428" sldId="342"/>
            <ac:spMk id="3" creationId="{5F0B37E4-66B1-8633-7266-68B321742757}"/>
          </ac:spMkLst>
        </pc:spChg>
      </pc:sldChg>
      <pc:sldChg chg="addSp modSp mod">
        <pc:chgData name="Deepanshi Agarwal" userId="fbc790784cff5139" providerId="LiveId" clId="{7859F273-1FCB-4476-B9A5-84394077A6E5}" dt="2026-09-05T15:54:18.613" v="90" actId="14100"/>
        <pc:sldMkLst>
          <pc:docMk/>
          <pc:sldMk cId="3962802212" sldId="343"/>
        </pc:sldMkLst>
        <pc:picChg chg="add mod">
          <ac:chgData name="Deepanshi Agarwal" userId="fbc790784cff5139" providerId="LiveId" clId="{7859F273-1FCB-4476-B9A5-84394077A6E5}" dt="2026-09-05T15:54:18.613" v="90" actId="14100"/>
          <ac:picMkLst>
            <pc:docMk/>
            <pc:sldMk cId="3962802212" sldId="343"/>
            <ac:picMk id="3" creationId="{9F47BA7B-7410-EE2F-BBCB-3910DA75F307}"/>
          </ac:picMkLst>
        </pc:picChg>
      </pc:sldChg>
      <pc:sldChg chg="addSp modSp mod modAnim">
        <pc:chgData name="Deepanshi Agarwal" userId="fbc790784cff5139" providerId="LiveId" clId="{7859F273-1FCB-4476-B9A5-84394077A6E5}" dt="2026-09-07T09:53:03.872" v="250" actId="1076"/>
        <pc:sldMkLst>
          <pc:docMk/>
          <pc:sldMk cId="1698901770" sldId="344"/>
        </pc:sldMkLst>
        <pc:spChg chg="mod">
          <ac:chgData name="Deepanshi Agarwal" userId="fbc790784cff5139" providerId="LiveId" clId="{7859F273-1FCB-4476-B9A5-84394077A6E5}" dt="2026-09-07T09:52:34.385" v="244"/>
          <ac:spMkLst>
            <pc:docMk/>
            <pc:sldMk cId="1698901770" sldId="344"/>
            <ac:spMk id="10" creationId="{B6E3B1C7-6A8B-23EE-6251-DC1067C6ADE9}"/>
          </ac:spMkLst>
        </pc:spChg>
        <pc:picChg chg="add mod">
          <ac:chgData name="Deepanshi Agarwal" userId="fbc790784cff5139" providerId="LiveId" clId="{7859F273-1FCB-4476-B9A5-84394077A6E5}" dt="2026-09-07T09:53:03.872" v="250" actId="1076"/>
          <ac:picMkLst>
            <pc:docMk/>
            <pc:sldMk cId="1698901770" sldId="344"/>
            <ac:picMk id="3" creationId="{901F28C9-F172-FA78-976C-65D0C5855932}"/>
          </ac:picMkLst>
        </pc:picChg>
      </pc:sldChg>
      <pc:sldChg chg="addSp modSp mod modAnim">
        <pc:chgData name="Deepanshi Agarwal" userId="fbc790784cff5139" providerId="LiveId" clId="{7859F273-1FCB-4476-B9A5-84394077A6E5}" dt="2026-09-07T09:54:17.285" v="261" actId="14100"/>
        <pc:sldMkLst>
          <pc:docMk/>
          <pc:sldMk cId="1903979828" sldId="345"/>
        </pc:sldMkLst>
        <pc:spChg chg="mod">
          <ac:chgData name="Deepanshi Agarwal" userId="fbc790784cff5139" providerId="LiveId" clId="{7859F273-1FCB-4476-B9A5-84394077A6E5}" dt="2026-09-07T09:54:17.285" v="261" actId="14100"/>
          <ac:spMkLst>
            <pc:docMk/>
            <pc:sldMk cId="1903979828" sldId="345"/>
            <ac:spMk id="10" creationId="{2B7B89A1-9444-8322-CADC-42D31D698FA8}"/>
          </ac:spMkLst>
        </pc:spChg>
        <pc:picChg chg="add mod">
          <ac:chgData name="Deepanshi Agarwal" userId="fbc790784cff5139" providerId="LiveId" clId="{7859F273-1FCB-4476-B9A5-84394077A6E5}" dt="2026-09-07T09:53:51.329" v="256" actId="14100"/>
          <ac:picMkLst>
            <pc:docMk/>
            <pc:sldMk cId="1903979828" sldId="345"/>
            <ac:picMk id="3" creationId="{3A30EC49-C562-5161-76C8-1ACF0761B632}"/>
          </ac:picMkLst>
        </pc:picChg>
      </pc:sldChg>
      <pc:sldChg chg="addSp modSp mod modAnim">
        <pc:chgData name="Deepanshi Agarwal" userId="fbc790784cff5139" providerId="LiveId" clId="{7859F273-1FCB-4476-B9A5-84394077A6E5}" dt="2026-09-07T09:56:24.183" v="324" actId="1076"/>
        <pc:sldMkLst>
          <pc:docMk/>
          <pc:sldMk cId="1421522261" sldId="346"/>
        </pc:sldMkLst>
        <pc:spChg chg="mod">
          <ac:chgData name="Deepanshi Agarwal" userId="fbc790784cff5139" providerId="LiveId" clId="{7859F273-1FCB-4476-B9A5-84394077A6E5}" dt="2026-09-07T09:56:20.474" v="323" actId="1076"/>
          <ac:spMkLst>
            <pc:docMk/>
            <pc:sldMk cId="1421522261" sldId="346"/>
            <ac:spMk id="4" creationId="{99E35150-35BD-1B1F-9A8C-890DBFDF3B54}"/>
          </ac:spMkLst>
        </pc:spChg>
        <pc:spChg chg="mod">
          <ac:chgData name="Deepanshi Agarwal" userId="fbc790784cff5139" providerId="LiveId" clId="{7859F273-1FCB-4476-B9A5-84394077A6E5}" dt="2026-09-07T09:56:24.183" v="324" actId="1076"/>
          <ac:spMkLst>
            <pc:docMk/>
            <pc:sldMk cId="1421522261" sldId="346"/>
            <ac:spMk id="10" creationId="{F85C769B-425A-FE3B-E47A-3B747985DC52}"/>
          </ac:spMkLst>
        </pc:spChg>
        <pc:picChg chg="add mod">
          <ac:chgData name="Deepanshi Agarwal" userId="fbc790784cff5139" providerId="LiveId" clId="{7859F273-1FCB-4476-B9A5-84394077A6E5}" dt="2026-09-07T09:55:37.026" v="301" actId="1076"/>
          <ac:picMkLst>
            <pc:docMk/>
            <pc:sldMk cId="1421522261" sldId="346"/>
            <ac:picMk id="3" creationId="{AA1A5C48-C4AE-B5CB-5452-8DA6B149C257}"/>
          </ac:picMkLst>
        </pc:picChg>
        <pc:picChg chg="add mod">
          <ac:chgData name="Deepanshi Agarwal" userId="fbc790784cff5139" providerId="LiveId" clId="{7859F273-1FCB-4476-B9A5-84394077A6E5}" dt="2026-09-07T09:56:01.235" v="304" actId="14100"/>
          <ac:picMkLst>
            <pc:docMk/>
            <pc:sldMk cId="1421522261" sldId="346"/>
            <ac:picMk id="6" creationId="{3D508285-16E9-1ACF-74EA-C07DC388089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deepanshiagarwal580/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14531" y="3742689"/>
            <a:ext cx="7693632" cy="861497"/>
          </a:xfrm>
        </p:spPr>
        <p:txBody>
          <a:bodyPr vert="horz" lIns="91440" tIns="45720" rIns="91440" bIns="45720" rtlCol="0" anchor="t">
            <a:normAutofit/>
          </a:bodyPr>
          <a:lstStyle/>
          <a:p>
            <a:pPr algn="ctr"/>
            <a:r>
              <a:rPr lang="en-US" b="0" dirty="0">
                <a:solidFill>
                  <a:schemeClr val="tx1"/>
                </a:solidFill>
              </a:rPr>
              <a:t>NAME - DEEPANSHI AGARWAL</a:t>
            </a:r>
            <a:endParaRPr lang="en-IN" b="0" dirty="0">
              <a:solidFill>
                <a:schemeClr val="tx1"/>
              </a:solidFill>
            </a:endParaRPr>
          </a:p>
          <a:p>
            <a:pPr algn="ctr"/>
            <a:r>
              <a:rPr lang="en-US" b="0" dirty="0">
                <a:solidFill>
                  <a:schemeClr val="tx1"/>
                </a:solidFill>
              </a:rPr>
              <a:t>College Name- MANIPAL UNIVERSITY JAIPUR</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982262" y="2266697"/>
            <a:ext cx="4998720" cy="743448"/>
          </a:xfrm>
        </p:spPr>
        <p:txBody>
          <a:bodyPr>
            <a:normAutofit fontScale="90000"/>
          </a:bodyPr>
          <a:lstStyle/>
          <a:p>
            <a:r>
              <a:rPr lang="en-GB" sz="3200" dirty="0"/>
              <a:t>Project Title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086802" y="4691377"/>
            <a:ext cx="5313998" cy="923330"/>
          </a:xfrm>
          <a:prstGeom prst="rect">
            <a:avLst/>
          </a:prstGeom>
          <a:noFill/>
        </p:spPr>
        <p:txBody>
          <a:bodyPr wrap="square" rtlCol="0">
            <a:spAutoFit/>
          </a:bodyPr>
          <a:lstStyle/>
          <a:p>
            <a:r>
              <a:rPr lang="en-US" b="1" dirty="0"/>
              <a:t>AICTE Internship Student Registration ID: STU6a68a895919291785243797</a:t>
            </a:r>
          </a:p>
          <a:p>
            <a:r>
              <a:rPr lang="en-US" b="1" dirty="0"/>
              <a:t>Student ID Enrolment number : 261450116048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2030832"/>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08641" y="718949"/>
            <a:ext cx="6276109" cy="830997"/>
          </a:xfrm>
        </p:spPr>
        <p:txBody>
          <a:bodyPr>
            <a:normAutofit fontScale="90000"/>
          </a:bodyPr>
          <a:lstStyle/>
          <a:p>
            <a:r>
              <a:rPr lang="en-GB" dirty="0"/>
              <a:t>Project Description</a:t>
            </a:r>
            <a:br>
              <a:rPr lang="en-GB" dirty="0"/>
            </a:br>
            <a:r>
              <a:rPr lang="en-GB" sz="2200" dirty="0"/>
              <a:t>T</a:t>
            </a:r>
            <a:r>
              <a:rPr lang="en-IN" sz="2200" dirty="0"/>
              <a:t>his project </a:t>
            </a:r>
            <a:r>
              <a:rPr lang="en-IN" sz="2200" dirty="0" err="1"/>
              <a:t>analyzes</a:t>
            </a:r>
            <a:r>
              <a:rPr lang="en-IN" sz="2200" dirty="0"/>
              <a:t> agricultural data across Kharif, Rabi and Zaid seasons to identify seasonal patterns and differences in agricultural performance.</a:t>
            </a:r>
            <a:br>
              <a:rPr lang="en-IN" sz="2200" dirty="0"/>
            </a:br>
            <a:r>
              <a:rPr lang="en-IN" sz="2200" dirty="0"/>
              <a:t>The analysis covers:</a:t>
            </a:r>
            <a:br>
              <a:rPr lang="en-IN" sz="2200" dirty="0"/>
            </a:br>
            <a:r>
              <a:rPr lang="en-IN" sz="2200" dirty="0"/>
              <a:t>Crop yield and production </a:t>
            </a:r>
            <a:br>
              <a:rPr lang="en-IN" sz="2200" dirty="0"/>
            </a:br>
            <a:r>
              <a:rPr lang="en-IN" sz="2200" dirty="0"/>
              <a:t>Environmental conditions </a:t>
            </a:r>
            <a:br>
              <a:rPr lang="en-IN" sz="2200" dirty="0"/>
            </a:br>
            <a:r>
              <a:rPr lang="en-IN" sz="2200" dirty="0"/>
              <a:t>Agricultural resource usage </a:t>
            </a:r>
            <a:br>
              <a:rPr lang="en-IN" sz="2200" dirty="0"/>
            </a:br>
            <a:r>
              <a:rPr lang="en-IN" sz="2200" dirty="0"/>
              <a:t>Irrigation methods </a:t>
            </a:r>
            <a:br>
              <a:rPr lang="en-IN" sz="2200" dirty="0"/>
            </a:br>
            <a:r>
              <a:rPr lang="en-IN" sz="2200" dirty="0"/>
              <a:t>Water efficiency </a:t>
            </a:r>
            <a:br>
              <a:rPr lang="en-IN" sz="2200" dirty="0"/>
            </a:br>
            <a:r>
              <a:rPr lang="en-IN" sz="2200" dirty="0"/>
              <a:t>Revenue, cost and profit </a:t>
            </a:r>
            <a:br>
              <a:rPr lang="en-IN" sz="2200" dirty="0"/>
            </a:br>
            <a:r>
              <a:rPr lang="en-IN" sz="2200" dirty="0"/>
              <a:t>Crop-wise seasonal performance </a:t>
            </a:r>
            <a:br>
              <a:rPr lang="en-IN" sz="2200" dirty="0"/>
            </a:br>
            <a:r>
              <a:rPr lang="en-IN" sz="2200" dirty="0"/>
              <a:t>Relationships between agricultural variables </a:t>
            </a:r>
            <a:br>
              <a:rPr lang="en-IN" sz="2200" dirty="0"/>
            </a:br>
            <a:r>
              <a:rPr lang="en-IN" sz="2200" dirty="0"/>
              <a:t>Python-based data cleaning, exploratory data analysis, statistical analysis and visualization.</a:t>
            </a:r>
            <a:br>
              <a:rPr lang="en-IN" sz="2200" dirty="0"/>
            </a:br>
            <a:br>
              <a:rPr lang="en-GB" sz="2200" dirty="0"/>
            </a:br>
            <a:endParaRPr lang="en-IN" sz="22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724232"/>
            <a:ext cx="7904481" cy="4452572"/>
          </a:xfrm>
        </p:spPr>
        <p:txBody>
          <a:bodyPr>
            <a:normAutofit fontScale="25000" lnSpcReduction="20000"/>
          </a:bodyPr>
          <a:lstStyle/>
          <a:p>
            <a:pPr marL="0" indent="0">
              <a:buNone/>
            </a:pPr>
            <a:r>
              <a:rPr lang="en-IN" sz="6800" b="1" dirty="0"/>
              <a:t>Farmers</a:t>
            </a:r>
            <a:endParaRPr lang="en-IN" sz="6800" dirty="0"/>
          </a:p>
          <a:p>
            <a:pPr lvl="0"/>
            <a:r>
              <a:rPr lang="en-IN" sz="6800" dirty="0"/>
              <a:t>Understand seasonal crop performance </a:t>
            </a:r>
          </a:p>
          <a:p>
            <a:pPr lvl="0"/>
            <a:r>
              <a:rPr lang="en-IN" sz="6800" dirty="0"/>
              <a:t>Improve resource planning </a:t>
            </a:r>
          </a:p>
          <a:p>
            <a:pPr lvl="0"/>
            <a:r>
              <a:rPr lang="en-IN" sz="6800" dirty="0"/>
              <a:t>Support irrigation and crop planning </a:t>
            </a:r>
          </a:p>
          <a:p>
            <a:pPr marL="0" indent="0">
              <a:buNone/>
            </a:pPr>
            <a:r>
              <a:rPr lang="en-IN" sz="6800" b="1" dirty="0"/>
              <a:t>Agricultural Planners</a:t>
            </a:r>
            <a:endParaRPr lang="en-IN" sz="6800" dirty="0"/>
          </a:p>
          <a:p>
            <a:pPr lvl="0"/>
            <a:r>
              <a:rPr lang="en-IN" sz="6800" dirty="0"/>
              <a:t>Compare agricultural performance across seasons </a:t>
            </a:r>
          </a:p>
          <a:p>
            <a:pPr lvl="0"/>
            <a:r>
              <a:rPr lang="en-IN" sz="6800" dirty="0"/>
              <a:t>Support evidence-based seasonal planning </a:t>
            </a:r>
          </a:p>
          <a:p>
            <a:pPr marL="0" indent="0">
              <a:buNone/>
            </a:pPr>
            <a:r>
              <a:rPr lang="en-IN" sz="6800" b="1" dirty="0"/>
              <a:t>Agricultural Researchers</a:t>
            </a:r>
            <a:endParaRPr lang="en-IN" sz="6800" dirty="0"/>
          </a:p>
          <a:p>
            <a:pPr lvl="0"/>
            <a:r>
              <a:rPr lang="en-IN" sz="6800" dirty="0"/>
              <a:t>Study seasonal patterns </a:t>
            </a:r>
          </a:p>
          <a:p>
            <a:pPr lvl="0"/>
            <a:r>
              <a:rPr lang="en-IN" sz="6800" dirty="0" err="1"/>
              <a:t>Analyze</a:t>
            </a:r>
            <a:r>
              <a:rPr lang="en-IN" sz="6800" dirty="0"/>
              <a:t> environmental and agricultural relationships </a:t>
            </a:r>
          </a:p>
          <a:p>
            <a:pPr marL="0" indent="0">
              <a:buNone/>
            </a:pPr>
            <a:r>
              <a:rPr lang="en-IN" sz="6800" b="1" dirty="0"/>
              <a:t>Government / Agricultural Departments</a:t>
            </a:r>
            <a:endParaRPr lang="en-IN" sz="6800" dirty="0"/>
          </a:p>
          <a:p>
            <a:pPr lvl="0"/>
            <a:r>
              <a:rPr lang="en-IN" sz="6800" dirty="0"/>
              <a:t>Support agricultural planning </a:t>
            </a:r>
          </a:p>
          <a:p>
            <a:pPr lvl="0"/>
            <a:r>
              <a:rPr lang="en-IN" sz="6800" dirty="0"/>
              <a:t>Identify areas requiring further investigation</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
                                            <p:txEl>
                                              <p:pRg st="10" end="10"/>
                                            </p:txEl>
                                          </p:spTgt>
                                        </p:tgtEl>
                                        <p:attrNameLst>
                                          <p:attrName>style.visibility</p:attrName>
                                        </p:attrNameLst>
                                      </p:cBhvr>
                                      <p:to>
                                        <p:strVal val="visible"/>
                                      </p:to>
                                    </p:set>
                                    <p:animEffect transition="in" filter="fade">
                                      <p:cBhvr>
                                        <p:cTn id="84" dur="1000"/>
                                        <p:tgtEl>
                                          <p:spTgt spid="2">
                                            <p:txEl>
                                              <p:pRg st="10" end="10"/>
                                            </p:txEl>
                                          </p:spTgt>
                                        </p:tgtEl>
                                      </p:cBhvr>
                                    </p:animEffect>
                                    <p:anim calcmode="lin" valueType="num">
                                      <p:cBhvr>
                                        <p:cTn id="8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
                                            <p:txEl>
                                              <p:pRg st="11" end="11"/>
                                            </p:txEl>
                                          </p:spTgt>
                                        </p:tgtEl>
                                        <p:attrNameLst>
                                          <p:attrName>style.visibility</p:attrName>
                                        </p:attrNameLst>
                                      </p:cBhvr>
                                      <p:to>
                                        <p:strVal val="visible"/>
                                      </p:to>
                                    </p:set>
                                    <p:animEffect transition="in" filter="fade">
                                      <p:cBhvr>
                                        <p:cTn id="91" dur="1000"/>
                                        <p:tgtEl>
                                          <p:spTgt spid="2">
                                            <p:txEl>
                                              <p:pRg st="11" end="11"/>
                                            </p:txEl>
                                          </p:spTgt>
                                        </p:tgtEl>
                                      </p:cBhvr>
                                    </p:animEffect>
                                    <p:anim calcmode="lin" valueType="num">
                                      <p:cBhvr>
                                        <p:cTn id="92"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
                                            <p:txEl>
                                              <p:pRg st="12" end="12"/>
                                            </p:txEl>
                                          </p:spTgt>
                                        </p:tgtEl>
                                        <p:attrNameLst>
                                          <p:attrName>style.visibility</p:attrName>
                                        </p:attrNameLst>
                                      </p:cBhvr>
                                      <p:to>
                                        <p:strVal val="visible"/>
                                      </p:to>
                                    </p:set>
                                    <p:animEffect transition="in" filter="fade">
                                      <p:cBhvr>
                                        <p:cTn id="98" dur="1000"/>
                                        <p:tgtEl>
                                          <p:spTgt spid="2">
                                            <p:txEl>
                                              <p:pRg st="12" end="12"/>
                                            </p:txEl>
                                          </p:spTgt>
                                        </p:tgtEl>
                                      </p:cBhvr>
                                    </p:animEffect>
                                    <p:anim calcmode="lin" valueType="num">
                                      <p:cBhvr>
                                        <p:cTn id="99"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2">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78000" y="618388"/>
            <a:ext cx="9027702" cy="5792073"/>
          </a:xfrm>
        </p:spPr>
        <p:txBody>
          <a:bodyPr>
            <a:normAutofit fontScale="25000" lnSpcReduction="20000"/>
          </a:bodyPr>
          <a:lstStyle/>
          <a:p>
            <a:pPr marL="0" indent="0">
              <a:buNone/>
            </a:pPr>
            <a:r>
              <a:rPr lang="en-IN" sz="4800" b="1" dirty="0"/>
              <a:t>Programming Language</a:t>
            </a:r>
            <a:endParaRPr lang="en-IN" sz="4800" dirty="0"/>
          </a:p>
          <a:p>
            <a:pPr lvl="0"/>
            <a:r>
              <a:rPr lang="en-IN" sz="4800" dirty="0"/>
              <a:t>Python </a:t>
            </a:r>
          </a:p>
          <a:p>
            <a:pPr marL="0" lvl="0" indent="0">
              <a:buNone/>
            </a:pPr>
            <a:r>
              <a:rPr lang="en-IN" sz="4800" b="1" dirty="0"/>
              <a:t>Platform</a:t>
            </a:r>
            <a:endParaRPr lang="en-IN" sz="4800" dirty="0"/>
          </a:p>
          <a:p>
            <a:pPr lvl="0">
              <a:buFont typeface="Arial" panose="020B0604020202020204" pitchFamily="34" charset="0"/>
              <a:buChar char="•"/>
            </a:pPr>
            <a:r>
              <a:rPr lang="en-IN" sz="4800" dirty="0"/>
              <a:t>Google </a:t>
            </a:r>
            <a:r>
              <a:rPr lang="en-IN" sz="4800" dirty="0" err="1"/>
              <a:t>Colab</a:t>
            </a:r>
            <a:r>
              <a:rPr lang="en-IN" sz="4800" dirty="0"/>
              <a:t> / Jupyter Notebook </a:t>
            </a:r>
          </a:p>
          <a:p>
            <a:pPr marL="0" indent="0">
              <a:buNone/>
            </a:pPr>
            <a:r>
              <a:rPr lang="en-IN" sz="4800" b="1" dirty="0"/>
              <a:t>Libraries</a:t>
            </a:r>
            <a:endParaRPr lang="en-IN" sz="4800" dirty="0"/>
          </a:p>
          <a:p>
            <a:pPr lvl="0"/>
            <a:r>
              <a:rPr lang="en-IN" sz="4800" dirty="0"/>
              <a:t>Pandas </a:t>
            </a:r>
          </a:p>
          <a:p>
            <a:pPr lvl="0"/>
            <a:r>
              <a:rPr lang="en-IN" sz="4800" dirty="0"/>
              <a:t>NumPy </a:t>
            </a:r>
          </a:p>
          <a:p>
            <a:pPr lvl="0"/>
            <a:r>
              <a:rPr lang="en-IN" sz="4800" dirty="0"/>
              <a:t>Matplotlib </a:t>
            </a:r>
          </a:p>
          <a:p>
            <a:pPr lvl="0"/>
            <a:r>
              <a:rPr lang="en-IN" sz="4800" dirty="0"/>
              <a:t>Seaborn </a:t>
            </a:r>
          </a:p>
          <a:p>
            <a:pPr marL="0" indent="0">
              <a:buNone/>
            </a:pPr>
            <a:r>
              <a:rPr lang="en-IN" sz="4800" b="1" dirty="0"/>
              <a:t>Version Control</a:t>
            </a:r>
            <a:endParaRPr lang="en-IN" sz="4800" dirty="0"/>
          </a:p>
          <a:p>
            <a:pPr lvl="0"/>
            <a:r>
              <a:rPr lang="en-IN" sz="4800" dirty="0"/>
              <a:t>GitHub </a:t>
            </a:r>
          </a:p>
          <a:p>
            <a:pPr marL="0" indent="0">
              <a:buNone/>
            </a:pPr>
            <a:r>
              <a:rPr lang="en-IN" sz="4800" b="1" dirty="0"/>
              <a:t>Techniques</a:t>
            </a:r>
            <a:endParaRPr lang="en-IN" sz="4800" dirty="0"/>
          </a:p>
          <a:p>
            <a:pPr lvl="0"/>
            <a:r>
              <a:rPr lang="en-IN" sz="4800" dirty="0"/>
              <a:t>Data Cleaning </a:t>
            </a:r>
          </a:p>
          <a:p>
            <a:pPr lvl="0"/>
            <a:r>
              <a:rPr lang="en-IN" sz="4800" dirty="0"/>
              <a:t>Exploratory Data Analysis </a:t>
            </a:r>
          </a:p>
          <a:p>
            <a:pPr lvl="0"/>
            <a:r>
              <a:rPr lang="en-IN" sz="4800" dirty="0"/>
              <a:t>Statistical Analysis </a:t>
            </a:r>
          </a:p>
          <a:p>
            <a:pPr lvl="0"/>
            <a:r>
              <a:rPr lang="en-IN" sz="4800" dirty="0"/>
              <a:t>Data Visualization </a:t>
            </a:r>
          </a:p>
          <a:p>
            <a:pPr lvl="0"/>
            <a:r>
              <a:rPr lang="en-IN" sz="4800" dirty="0"/>
              <a:t>Correlation Analysis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5303560" y="151447"/>
            <a:ext cx="5306291" cy="847817"/>
          </a:xfrm>
        </p:spPr>
        <p:txBody>
          <a:bodyPr>
            <a:normAutofit/>
          </a:bodyPr>
          <a:lstStyle/>
          <a:p>
            <a:r>
              <a:rPr lang="en-US" sz="2000"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0" end="10"/>
                                            </p:txEl>
                                          </p:spTgt>
                                        </p:tgtEl>
                                        <p:attrNameLst>
                                          <p:attrName>style.visibility</p:attrName>
                                        </p:attrNameLst>
                                      </p:cBhvr>
                                      <p:to>
                                        <p:strVal val="visible"/>
                                      </p:to>
                                    </p:set>
                                    <p:animEffect transition="in" filter="fade">
                                      <p:cBhvr>
                                        <p:cTn id="84" dur="1000"/>
                                        <p:tgtEl>
                                          <p:spTgt spid="7">
                                            <p:txEl>
                                              <p:pRg st="10" end="10"/>
                                            </p:txEl>
                                          </p:spTgt>
                                        </p:tgtEl>
                                      </p:cBhvr>
                                    </p:animEffect>
                                    <p:anim calcmode="lin" valueType="num">
                                      <p:cBhvr>
                                        <p:cTn id="8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7">
                                            <p:txEl>
                                              <p:pRg st="11" end="11"/>
                                            </p:txEl>
                                          </p:spTgt>
                                        </p:tgtEl>
                                        <p:attrNameLst>
                                          <p:attrName>style.visibility</p:attrName>
                                        </p:attrNameLst>
                                      </p:cBhvr>
                                      <p:to>
                                        <p:strVal val="visible"/>
                                      </p:to>
                                    </p:set>
                                    <p:animEffect transition="in" filter="fade">
                                      <p:cBhvr>
                                        <p:cTn id="91" dur="1000"/>
                                        <p:tgtEl>
                                          <p:spTgt spid="7">
                                            <p:txEl>
                                              <p:pRg st="11" end="11"/>
                                            </p:txEl>
                                          </p:spTgt>
                                        </p:tgtEl>
                                      </p:cBhvr>
                                    </p:animEffect>
                                    <p:anim calcmode="lin" valueType="num">
                                      <p:cBhvr>
                                        <p:cTn id="92"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7">
                                            <p:txEl>
                                              <p:pRg st="12" end="12"/>
                                            </p:txEl>
                                          </p:spTgt>
                                        </p:tgtEl>
                                        <p:attrNameLst>
                                          <p:attrName>style.visibility</p:attrName>
                                        </p:attrNameLst>
                                      </p:cBhvr>
                                      <p:to>
                                        <p:strVal val="visible"/>
                                      </p:to>
                                    </p:set>
                                    <p:animEffect transition="in" filter="fade">
                                      <p:cBhvr>
                                        <p:cTn id="98" dur="1000"/>
                                        <p:tgtEl>
                                          <p:spTgt spid="7">
                                            <p:txEl>
                                              <p:pRg st="12" end="12"/>
                                            </p:txEl>
                                          </p:spTgt>
                                        </p:tgtEl>
                                      </p:cBhvr>
                                    </p:animEffect>
                                    <p:anim calcmode="lin" valueType="num">
                                      <p:cBhvr>
                                        <p:cTn id="99"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7">
                                            <p:txEl>
                                              <p:pRg st="13" end="13"/>
                                            </p:txEl>
                                          </p:spTgt>
                                        </p:tgtEl>
                                        <p:attrNameLst>
                                          <p:attrName>style.visibility</p:attrName>
                                        </p:attrNameLst>
                                      </p:cBhvr>
                                      <p:to>
                                        <p:strVal val="visible"/>
                                      </p:to>
                                    </p:set>
                                    <p:animEffect transition="in" filter="fade">
                                      <p:cBhvr>
                                        <p:cTn id="105" dur="1000"/>
                                        <p:tgtEl>
                                          <p:spTgt spid="7">
                                            <p:txEl>
                                              <p:pRg st="13" end="13"/>
                                            </p:txEl>
                                          </p:spTgt>
                                        </p:tgtEl>
                                      </p:cBhvr>
                                    </p:animEffect>
                                    <p:anim calcmode="lin" valueType="num">
                                      <p:cBhvr>
                                        <p:cTn id="106"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107" dur="1000" fill="hold"/>
                                        <p:tgtEl>
                                          <p:spTgt spid="7">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7">
                                            <p:txEl>
                                              <p:pRg st="14" end="14"/>
                                            </p:txEl>
                                          </p:spTgt>
                                        </p:tgtEl>
                                        <p:attrNameLst>
                                          <p:attrName>style.visibility</p:attrName>
                                        </p:attrNameLst>
                                      </p:cBhvr>
                                      <p:to>
                                        <p:strVal val="visible"/>
                                      </p:to>
                                    </p:set>
                                    <p:animEffect transition="in" filter="fade">
                                      <p:cBhvr>
                                        <p:cTn id="112" dur="1000"/>
                                        <p:tgtEl>
                                          <p:spTgt spid="7">
                                            <p:txEl>
                                              <p:pRg st="14" end="14"/>
                                            </p:txEl>
                                          </p:spTgt>
                                        </p:tgtEl>
                                      </p:cBhvr>
                                    </p:animEffect>
                                    <p:anim calcmode="lin" valueType="num">
                                      <p:cBhvr>
                                        <p:cTn id="113" dur="1000" fill="hold"/>
                                        <p:tgtEl>
                                          <p:spTgt spid="7">
                                            <p:txEl>
                                              <p:pRg st="14" end="14"/>
                                            </p:txEl>
                                          </p:spTgt>
                                        </p:tgtEl>
                                        <p:attrNameLst>
                                          <p:attrName>ppt_x</p:attrName>
                                        </p:attrNameLst>
                                      </p:cBhvr>
                                      <p:tavLst>
                                        <p:tav tm="0">
                                          <p:val>
                                            <p:strVal val="#ppt_x"/>
                                          </p:val>
                                        </p:tav>
                                        <p:tav tm="100000">
                                          <p:val>
                                            <p:strVal val="#ppt_x"/>
                                          </p:val>
                                        </p:tav>
                                      </p:tavLst>
                                    </p:anim>
                                    <p:anim calcmode="lin" valueType="num">
                                      <p:cBhvr>
                                        <p:cTn id="114" dur="1000" fill="hold"/>
                                        <p:tgtEl>
                                          <p:spTgt spid="7">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7">
                                            <p:txEl>
                                              <p:pRg st="15" end="15"/>
                                            </p:txEl>
                                          </p:spTgt>
                                        </p:tgtEl>
                                        <p:attrNameLst>
                                          <p:attrName>style.visibility</p:attrName>
                                        </p:attrNameLst>
                                      </p:cBhvr>
                                      <p:to>
                                        <p:strVal val="visible"/>
                                      </p:to>
                                    </p:set>
                                    <p:animEffect transition="in" filter="fade">
                                      <p:cBhvr>
                                        <p:cTn id="119" dur="1000"/>
                                        <p:tgtEl>
                                          <p:spTgt spid="7">
                                            <p:txEl>
                                              <p:pRg st="15" end="15"/>
                                            </p:txEl>
                                          </p:spTgt>
                                        </p:tgtEl>
                                      </p:cBhvr>
                                    </p:animEffect>
                                    <p:anim calcmode="lin" valueType="num">
                                      <p:cBhvr>
                                        <p:cTn id="120" dur="1000" fill="hold"/>
                                        <p:tgtEl>
                                          <p:spTgt spid="7">
                                            <p:txEl>
                                              <p:pRg st="15" end="15"/>
                                            </p:txEl>
                                          </p:spTgt>
                                        </p:tgtEl>
                                        <p:attrNameLst>
                                          <p:attrName>ppt_x</p:attrName>
                                        </p:attrNameLst>
                                      </p:cBhvr>
                                      <p:tavLst>
                                        <p:tav tm="0">
                                          <p:val>
                                            <p:strVal val="#ppt_x"/>
                                          </p:val>
                                        </p:tav>
                                        <p:tav tm="100000">
                                          <p:val>
                                            <p:strVal val="#ppt_x"/>
                                          </p:val>
                                        </p:tav>
                                      </p:tavLst>
                                    </p:anim>
                                    <p:anim calcmode="lin" valueType="num">
                                      <p:cBhvr>
                                        <p:cTn id="121" dur="1000" fill="hold"/>
                                        <p:tgtEl>
                                          <p:spTgt spid="7">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7">
                                            <p:txEl>
                                              <p:pRg st="16" end="16"/>
                                            </p:txEl>
                                          </p:spTgt>
                                        </p:tgtEl>
                                        <p:attrNameLst>
                                          <p:attrName>style.visibility</p:attrName>
                                        </p:attrNameLst>
                                      </p:cBhvr>
                                      <p:to>
                                        <p:strVal val="visible"/>
                                      </p:to>
                                    </p:set>
                                    <p:animEffect transition="in" filter="fade">
                                      <p:cBhvr>
                                        <p:cTn id="126" dur="1000"/>
                                        <p:tgtEl>
                                          <p:spTgt spid="7">
                                            <p:txEl>
                                              <p:pRg st="16" end="16"/>
                                            </p:txEl>
                                          </p:spTgt>
                                        </p:tgtEl>
                                      </p:cBhvr>
                                    </p:animEffect>
                                    <p:anim calcmode="lin" valueType="num">
                                      <p:cBhvr>
                                        <p:cTn id="127" dur="1000" fill="hold"/>
                                        <p:tgtEl>
                                          <p:spTgt spid="7">
                                            <p:txEl>
                                              <p:pRg st="16" end="16"/>
                                            </p:txEl>
                                          </p:spTgt>
                                        </p:tgtEl>
                                        <p:attrNameLst>
                                          <p:attrName>ppt_x</p:attrName>
                                        </p:attrNameLst>
                                      </p:cBhvr>
                                      <p:tavLst>
                                        <p:tav tm="0">
                                          <p:val>
                                            <p:strVal val="#ppt_x"/>
                                          </p:val>
                                        </p:tav>
                                        <p:tav tm="100000">
                                          <p:val>
                                            <p:strVal val="#ppt_x"/>
                                          </p:val>
                                        </p:tav>
                                      </p:tavLst>
                                    </p:anim>
                                    <p:anim calcmode="lin" valueType="num">
                                      <p:cBhvr>
                                        <p:cTn id="128" dur="1000" fill="hold"/>
                                        <p:tgtEl>
                                          <p:spTgt spid="7">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391285" y="169166"/>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F4A4C5D6-97FC-0900-6FF5-C76136210630}"/>
              </a:ext>
            </a:extLst>
          </p:cNvPr>
          <p:cNvSpPr txBox="1"/>
          <p:nvPr/>
        </p:nvSpPr>
        <p:spPr>
          <a:xfrm>
            <a:off x="320982" y="1120676"/>
            <a:ext cx="8393502" cy="2308324"/>
          </a:xfrm>
          <a:prstGeom prst="rect">
            <a:avLst/>
          </a:prstGeom>
          <a:noFill/>
        </p:spPr>
        <p:txBody>
          <a:bodyPr wrap="square" rtlCol="0">
            <a:spAutoFit/>
          </a:bodyPr>
          <a:lstStyle/>
          <a:p>
            <a:r>
              <a:rPr lang="en-IN" dirty="0"/>
              <a:t>The analysis of 4,000 agricultural observations across Kharif, Rabi and Zaid seasons revealed clear seasonal differences in agricultural performance. Differences were observed in yield, production, economic performance, environmental conditions, resource usage and water efficiency. Kharif showed the strongest overall performance in terms of average yield, production and profit, while Zaid showed comparatively lower yield and production and a negative average profit. Crop-wise analysis also showed variations in yield across seasons.</a:t>
            </a:r>
          </a:p>
        </p:txBody>
      </p:sp>
      <p:pic>
        <p:nvPicPr>
          <p:cNvPr id="6" name="Picture 5">
            <a:extLst>
              <a:ext uri="{FF2B5EF4-FFF2-40B4-BE49-F238E27FC236}">
                <a16:creationId xmlns:a16="http://schemas.microsoft.com/office/drawing/2014/main" id="{E360B4E5-597A-1C80-E49E-CA2FD1E7E2C2}"/>
              </a:ext>
            </a:extLst>
          </p:cNvPr>
          <p:cNvPicPr>
            <a:picLocks noChangeAspect="1"/>
          </p:cNvPicPr>
          <p:nvPr/>
        </p:nvPicPr>
        <p:blipFill>
          <a:blip r:embed="rId3"/>
          <a:stretch>
            <a:fillRect/>
          </a:stretch>
        </p:blipFill>
        <p:spPr>
          <a:xfrm>
            <a:off x="2598420" y="3269411"/>
            <a:ext cx="5185588" cy="356112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237820" y="1275371"/>
            <a:ext cx="4275138" cy="477520"/>
          </a:xfrm>
        </p:spPr>
        <p:txBody>
          <a:bodyPr>
            <a:noAutofit/>
          </a:bodyPr>
          <a:lstStyle/>
          <a:p>
            <a:pPr marL="0" indent="0">
              <a:buNone/>
            </a:pPr>
            <a:r>
              <a:rPr lang="en-IN" b="1" dirty="0"/>
              <a:t>Production and Economic Performance</a:t>
            </a:r>
            <a:r>
              <a:rPr lang="en-US" b="1" dirty="0"/>
              <a:t>-</a:t>
            </a:r>
            <a:endParaRPr lang="en-IN" b="1" dirty="0"/>
          </a:p>
        </p:txBody>
      </p:sp>
      <p:pic>
        <p:nvPicPr>
          <p:cNvPr id="3" name="Picture 2">
            <a:extLst>
              <a:ext uri="{FF2B5EF4-FFF2-40B4-BE49-F238E27FC236}">
                <a16:creationId xmlns:a16="http://schemas.microsoft.com/office/drawing/2014/main" id="{21979436-53F4-A3EA-2BD8-9959CCC02C35}"/>
              </a:ext>
            </a:extLst>
          </p:cNvPr>
          <p:cNvPicPr>
            <a:picLocks noChangeAspect="1"/>
          </p:cNvPicPr>
          <p:nvPr/>
        </p:nvPicPr>
        <p:blipFill>
          <a:blip r:embed="rId3"/>
          <a:stretch>
            <a:fillRect/>
          </a:stretch>
        </p:blipFill>
        <p:spPr>
          <a:xfrm>
            <a:off x="2404387" y="1841242"/>
            <a:ext cx="7017111" cy="501675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393096" y="1275371"/>
            <a:ext cx="4275138" cy="477520"/>
          </a:xfrm>
        </p:spPr>
        <p:txBody>
          <a:bodyPr/>
          <a:lstStyle/>
          <a:p>
            <a:pPr marL="0" indent="0">
              <a:buNone/>
            </a:pPr>
            <a:r>
              <a:rPr lang="en-IN"/>
              <a:t>Environmental Conditions</a:t>
            </a:r>
            <a:endParaRPr lang="en-IN" dirty="0"/>
          </a:p>
        </p:txBody>
      </p:sp>
      <p:pic>
        <p:nvPicPr>
          <p:cNvPr id="3" name="Picture 2">
            <a:extLst>
              <a:ext uri="{FF2B5EF4-FFF2-40B4-BE49-F238E27FC236}">
                <a16:creationId xmlns:a16="http://schemas.microsoft.com/office/drawing/2014/main" id="{901F28C9-F172-FA78-976C-65D0C5855932}"/>
              </a:ext>
            </a:extLst>
          </p:cNvPr>
          <p:cNvPicPr>
            <a:picLocks noChangeAspect="1"/>
          </p:cNvPicPr>
          <p:nvPr/>
        </p:nvPicPr>
        <p:blipFill>
          <a:blip r:embed="rId3"/>
          <a:stretch>
            <a:fillRect/>
          </a:stretch>
        </p:blipFill>
        <p:spPr>
          <a:xfrm>
            <a:off x="2819082" y="1808736"/>
            <a:ext cx="5934973" cy="479589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320982" y="1275371"/>
            <a:ext cx="4371788" cy="477520"/>
          </a:xfrm>
        </p:spPr>
        <p:txBody>
          <a:bodyPr/>
          <a:lstStyle/>
          <a:p>
            <a:pPr marL="0" indent="0">
              <a:buNone/>
            </a:pPr>
            <a:r>
              <a:rPr lang="en-IN" dirty="0"/>
              <a:t>Resource Usage &amp; Water Efficiency</a:t>
            </a:r>
          </a:p>
        </p:txBody>
      </p:sp>
      <p:pic>
        <p:nvPicPr>
          <p:cNvPr id="3" name="Picture 2">
            <a:extLst>
              <a:ext uri="{FF2B5EF4-FFF2-40B4-BE49-F238E27FC236}">
                <a16:creationId xmlns:a16="http://schemas.microsoft.com/office/drawing/2014/main" id="{3A30EC49-C562-5161-76C8-1ACF0761B632}"/>
              </a:ext>
            </a:extLst>
          </p:cNvPr>
          <p:cNvPicPr>
            <a:picLocks noChangeAspect="1"/>
          </p:cNvPicPr>
          <p:nvPr/>
        </p:nvPicPr>
        <p:blipFill>
          <a:blip r:embed="rId3"/>
          <a:stretch>
            <a:fillRect/>
          </a:stretch>
        </p:blipFill>
        <p:spPr>
          <a:xfrm>
            <a:off x="2725947" y="1941449"/>
            <a:ext cx="6107502" cy="472351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181155" y="237947"/>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238070" y="1164057"/>
            <a:ext cx="4275138" cy="477520"/>
          </a:xfrm>
        </p:spPr>
        <p:txBody>
          <a:bodyPr>
            <a:normAutofit fontScale="70000" lnSpcReduction="20000"/>
          </a:bodyPr>
          <a:lstStyle/>
          <a:p>
            <a:pPr marL="0" indent="0">
              <a:buNone/>
            </a:pPr>
            <a:r>
              <a:rPr lang="en-US" dirty="0"/>
              <a:t>CROP WISE SEASONAL PERFORMANCE &amp; CORRELATION</a:t>
            </a:r>
          </a:p>
          <a:p>
            <a:pPr marL="0" indent="0">
              <a:buNone/>
            </a:pPr>
            <a:endParaRPr lang="en-IN" dirty="0"/>
          </a:p>
        </p:txBody>
      </p:sp>
      <p:pic>
        <p:nvPicPr>
          <p:cNvPr id="3" name="Picture 2">
            <a:extLst>
              <a:ext uri="{FF2B5EF4-FFF2-40B4-BE49-F238E27FC236}">
                <a16:creationId xmlns:a16="http://schemas.microsoft.com/office/drawing/2014/main" id="{AA1A5C48-C4AE-B5CB-5452-8DA6B149C257}"/>
              </a:ext>
            </a:extLst>
          </p:cNvPr>
          <p:cNvPicPr>
            <a:picLocks noChangeAspect="1"/>
          </p:cNvPicPr>
          <p:nvPr/>
        </p:nvPicPr>
        <p:blipFill>
          <a:blip r:embed="rId3"/>
          <a:stretch>
            <a:fillRect/>
          </a:stretch>
        </p:blipFill>
        <p:spPr>
          <a:xfrm>
            <a:off x="181155" y="1793966"/>
            <a:ext cx="6323162" cy="5064034"/>
          </a:xfrm>
          <a:prstGeom prst="rect">
            <a:avLst/>
          </a:prstGeom>
        </p:spPr>
      </p:pic>
      <p:pic>
        <p:nvPicPr>
          <p:cNvPr id="6" name="Picture 5">
            <a:extLst>
              <a:ext uri="{FF2B5EF4-FFF2-40B4-BE49-F238E27FC236}">
                <a16:creationId xmlns:a16="http://schemas.microsoft.com/office/drawing/2014/main" id="{3D508285-16E9-1ACF-74EA-C07DC388089E}"/>
              </a:ext>
            </a:extLst>
          </p:cNvPr>
          <p:cNvPicPr>
            <a:picLocks noChangeAspect="1"/>
          </p:cNvPicPr>
          <p:nvPr/>
        </p:nvPicPr>
        <p:blipFill>
          <a:blip r:embed="rId4"/>
          <a:stretch>
            <a:fillRect/>
          </a:stretch>
        </p:blipFill>
        <p:spPr>
          <a:xfrm>
            <a:off x="5277270" y="1733987"/>
            <a:ext cx="6519609" cy="519933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574C2D7D-F0F4-12EA-6011-C75ECC464407}"/>
              </a:ext>
            </a:extLst>
          </p:cNvPr>
          <p:cNvSpPr txBox="1"/>
          <p:nvPr/>
        </p:nvSpPr>
        <p:spPr>
          <a:xfrm>
            <a:off x="405442" y="1059710"/>
            <a:ext cx="8315864" cy="5693866"/>
          </a:xfrm>
          <a:prstGeom prst="rect">
            <a:avLst/>
          </a:prstGeom>
          <a:noFill/>
        </p:spPr>
        <p:txBody>
          <a:bodyPr wrap="square" rtlCol="0">
            <a:spAutoFit/>
          </a:bodyPr>
          <a:lstStyle/>
          <a:p>
            <a:pPr marL="457200" lvl="0" indent="-457200">
              <a:buFont typeface="Arial" panose="020B0604020202020204" pitchFamily="34" charset="0"/>
              <a:buChar char="•"/>
            </a:pPr>
            <a:r>
              <a:rPr lang="en-IN" sz="2800" dirty="0"/>
              <a:t>Incorporate multi-year historical agricultural data. </a:t>
            </a:r>
          </a:p>
          <a:p>
            <a:pPr marL="457200" lvl="0" indent="-457200">
              <a:buFont typeface="Arial" panose="020B0604020202020204" pitchFamily="34" charset="0"/>
              <a:buChar char="•"/>
            </a:pPr>
            <a:r>
              <a:rPr lang="en-IN" sz="2800" dirty="0"/>
              <a:t>Include real-time weather and environmental data. </a:t>
            </a:r>
          </a:p>
          <a:p>
            <a:pPr marL="457200" lvl="0" indent="-457200">
              <a:buFont typeface="Arial" panose="020B0604020202020204" pitchFamily="34" charset="0"/>
              <a:buChar char="•"/>
            </a:pPr>
            <a:r>
              <a:rPr lang="en-IN" sz="2800" dirty="0"/>
              <a:t>Develop machine-learning models for crop-yield prediction. </a:t>
            </a:r>
          </a:p>
          <a:p>
            <a:pPr marL="457200" lvl="0" indent="-457200">
              <a:buFont typeface="Arial" panose="020B0604020202020204" pitchFamily="34" charset="0"/>
              <a:buChar char="•"/>
            </a:pPr>
            <a:r>
              <a:rPr lang="en-IN" sz="2800" dirty="0"/>
              <a:t>Forecast seasonal profitability and production. </a:t>
            </a:r>
          </a:p>
          <a:p>
            <a:pPr marL="457200" lvl="0" indent="-457200">
              <a:buFont typeface="Arial" panose="020B0604020202020204" pitchFamily="34" charset="0"/>
              <a:buChar char="•"/>
            </a:pPr>
            <a:r>
              <a:rPr lang="en-IN" sz="2800" dirty="0"/>
              <a:t>Develop an interactive agricultural dashboard. </a:t>
            </a:r>
          </a:p>
          <a:p>
            <a:pPr marL="457200" lvl="0" indent="-457200">
              <a:buFont typeface="Arial" panose="020B0604020202020204" pitchFamily="34" charset="0"/>
              <a:buChar char="•"/>
            </a:pPr>
            <a:r>
              <a:rPr lang="en-IN" sz="2800" dirty="0"/>
              <a:t>Expand analysis to more crops and geographical regions. </a:t>
            </a:r>
          </a:p>
          <a:p>
            <a:pPr marL="457200" lvl="0" indent="-457200">
              <a:buFont typeface="Arial" panose="020B0604020202020204" pitchFamily="34" charset="0"/>
              <a:buChar char="•"/>
            </a:pPr>
            <a:r>
              <a:rPr lang="en-IN" sz="2800" dirty="0"/>
              <a:t>Incorporate satellite and remote-sensing data. </a:t>
            </a:r>
          </a:p>
          <a:p>
            <a:pPr marL="457200" lvl="0" indent="-457200">
              <a:buFont typeface="Arial" panose="020B0604020202020204" pitchFamily="34" charset="0"/>
              <a:buChar char="•"/>
            </a:pPr>
            <a:r>
              <a:rPr lang="en-IN" sz="2800" dirty="0"/>
              <a:t>Develop early-warning systems for disease and pest risks.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2E033CE4-6044-225A-EFD3-93853F483F39}"/>
              </a:ext>
            </a:extLst>
          </p:cNvPr>
          <p:cNvSpPr txBox="1"/>
          <p:nvPr/>
        </p:nvSpPr>
        <p:spPr>
          <a:xfrm>
            <a:off x="675957" y="2361428"/>
            <a:ext cx="7461849" cy="923330"/>
          </a:xfrm>
          <a:prstGeom prst="rect">
            <a:avLst/>
          </a:prstGeom>
          <a:noFill/>
        </p:spPr>
        <p:txBody>
          <a:bodyPr wrap="square" rtlCol="0">
            <a:spAutoFit/>
          </a:bodyPr>
          <a:lstStyle/>
          <a:p>
            <a:r>
              <a:rPr lang="en-IN" dirty="0">
                <a:hlinkClick r:id="rId3"/>
              </a:rPr>
              <a:t>https://github.com/deepanshiagarwal580/Seasonal-Agriculture-performance-analysis.git</a:t>
            </a:r>
            <a:endParaRPr lang="en-IN" dirty="0"/>
          </a:p>
          <a:p>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F47BA7B-7410-EE2F-BBCB-3910DA75F307}"/>
              </a:ext>
            </a:extLst>
          </p:cNvPr>
          <p:cNvPicPr>
            <a:picLocks noChangeAspect="1"/>
          </p:cNvPicPr>
          <p:nvPr/>
        </p:nvPicPr>
        <p:blipFill>
          <a:blip r:embed="rId3"/>
          <a:stretch>
            <a:fillRect/>
          </a:stretch>
        </p:blipFill>
        <p:spPr>
          <a:xfrm>
            <a:off x="1975450" y="1673525"/>
            <a:ext cx="7051895" cy="481388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2723220"/>
            <a:ext cx="11340000" cy="700114"/>
          </a:xfrm>
          <a:prstGeom prst="rect">
            <a:avLst/>
          </a:prstGeom>
        </p:spPr>
        <p:txBody>
          <a:bodyPr anchor="ctr">
            <a:noAutofit/>
          </a:bodyPr>
          <a:lstStyle/>
          <a:p>
            <a:pPr algn="ctr"/>
            <a:r>
              <a:rPr lang="en-US" sz="6000" b="1" u="sng"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8133609" y="5109885"/>
            <a:ext cx="2139696" cy="344312"/>
          </a:xfrm>
        </p:spPr>
        <p:txBody>
          <a:bodyPr>
            <a:normAutofit fontScale="62500" lnSpcReduction="20000"/>
          </a:bodyPr>
          <a:lstStyle/>
          <a:p>
            <a:r>
              <a:rPr lang="en-US" dirty="0"/>
              <a:t>PRESENTER - DEEPANSHI</a:t>
            </a:r>
          </a:p>
          <a:p>
            <a:endParaRPr lang="en-US" dirty="0"/>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1430</TotalTime>
  <Words>478</Words>
  <Application>Microsoft Office PowerPoint</Application>
  <PresentationFormat>Widescreen</PresentationFormat>
  <Paragraphs>67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This project analyzes agricultural data across Kharif, Rabi and Zaid seasons to identify seasonal patterns and differences in agricultural performance. The analysis covers: Crop yield and production  Environmental conditions  Agricultural resource usage  Irrigation methods  Water efficiency  Revenue, cost and profit  Crop-wise seasonal performance  Relationships between agricultural variables  Python-based data cleaning, exploratory data analysis, statistical analysis and visualization.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Deepanshi Agarwal</cp:lastModifiedBy>
  <cp:revision>98</cp:revision>
  <dcterms:created xsi:type="dcterms:W3CDTF">2021-07-11T13:13:15Z</dcterms:created>
  <dcterms:modified xsi:type="dcterms:W3CDTF">2026-09-07T16:05:08Z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